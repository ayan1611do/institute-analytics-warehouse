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8" r:id="rId7"/>
    <p:sldId id="261" r:id="rId8"/>
    <p:sldId id="262" r:id="rId9"/>
    <p:sldId id="263" r:id="rId10"/>
    <p:sldId id="264" r:id="rId11"/>
    <p:sldId id="266" r:id="rId12"/>
    <p:sldId id="270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6A2DA-272B-4737-B3BF-BA7536739C25}" v="92" dt="2026-06-24T16:16:56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26" autoAdjust="0"/>
  </p:normalViewPr>
  <p:slideViewPr>
    <p:cSldViewPr snapToGrid="0">
      <p:cViewPr varScale="1">
        <p:scale>
          <a:sx n="48" d="100"/>
          <a:sy n="48" d="100"/>
        </p:scale>
        <p:origin x="91" y="8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an Khan" userId="7e2677f3963a95c9" providerId="LiveId" clId="{9CAD267F-F6F0-4F87-91E7-D852F96357EC}"/>
    <pc:docChg chg="undo redo custSel addSld delSld modSld sldOrd">
      <pc:chgData name="Ayan Khan" userId="7e2677f3963a95c9" providerId="LiveId" clId="{9CAD267F-F6F0-4F87-91E7-D852F96357EC}" dt="2026-06-24T16:17:36.823" v="1996" actId="1076"/>
      <pc:docMkLst>
        <pc:docMk/>
      </pc:docMkLst>
      <pc:sldChg chg="addSp delSp modSp mod">
        <pc:chgData name="Ayan Khan" userId="7e2677f3963a95c9" providerId="LiveId" clId="{9CAD267F-F6F0-4F87-91E7-D852F96357EC}" dt="2026-06-24T15:23:57.694" v="1506" actId="1036"/>
        <pc:sldMkLst>
          <pc:docMk/>
          <pc:sldMk cId="1339128414" sldId="256"/>
        </pc:sldMkLst>
        <pc:spChg chg="mod">
          <ac:chgData name="Ayan Khan" userId="7e2677f3963a95c9" providerId="LiveId" clId="{9CAD267F-F6F0-4F87-91E7-D852F96357EC}" dt="2026-06-24T15:23:57.694" v="1506" actId="1036"/>
          <ac:spMkLst>
            <pc:docMk/>
            <pc:sldMk cId="1339128414" sldId="256"/>
            <ac:spMk id="3" creationId="{A5568450-BB46-8A8C-ABB0-CFC8C4B0D6E4}"/>
          </ac:spMkLst>
        </pc:spChg>
        <pc:spChg chg="add mod">
          <ac:chgData name="Ayan Khan" userId="7e2677f3963a95c9" providerId="LiveId" clId="{9CAD267F-F6F0-4F87-91E7-D852F96357EC}" dt="2026-06-24T15:23:35.689" v="1488" actId="1076"/>
          <ac:spMkLst>
            <pc:docMk/>
            <pc:sldMk cId="1339128414" sldId="256"/>
            <ac:spMk id="5" creationId="{A27CCA0E-8B76-2A59-902A-E7453BF661A6}"/>
          </ac:spMkLst>
        </pc:spChg>
        <pc:spChg chg="add del mod">
          <ac:chgData name="Ayan Khan" userId="7e2677f3963a95c9" providerId="LiveId" clId="{9CAD267F-F6F0-4F87-91E7-D852F96357EC}" dt="2026-06-24T15:22:36.521" v="1480" actId="478"/>
          <ac:spMkLst>
            <pc:docMk/>
            <pc:sldMk cId="1339128414" sldId="256"/>
            <ac:spMk id="6" creationId="{AEF74355-BC79-54F7-7438-D0A2072BE2D1}"/>
          </ac:spMkLst>
        </pc:spChg>
      </pc:sldChg>
      <pc:sldChg chg="modSp mod">
        <pc:chgData name="Ayan Khan" userId="7e2677f3963a95c9" providerId="LiveId" clId="{9CAD267F-F6F0-4F87-91E7-D852F96357EC}" dt="2026-06-24T15:24:28.270" v="1508" actId="20577"/>
        <pc:sldMkLst>
          <pc:docMk/>
          <pc:sldMk cId="4048667533" sldId="257"/>
        </pc:sldMkLst>
        <pc:spChg chg="mod">
          <ac:chgData name="Ayan Khan" userId="7e2677f3963a95c9" providerId="LiveId" clId="{9CAD267F-F6F0-4F87-91E7-D852F96357EC}" dt="2026-06-24T15:24:28.270" v="1508" actId="20577"/>
          <ac:spMkLst>
            <pc:docMk/>
            <pc:sldMk cId="4048667533" sldId="257"/>
            <ac:spMk id="4" creationId="{DC9CBC20-6B10-57A1-9ECD-E1DEF231CA98}"/>
          </ac:spMkLst>
        </pc:spChg>
      </pc:sldChg>
      <pc:sldChg chg="modSp mod">
        <pc:chgData name="Ayan Khan" userId="7e2677f3963a95c9" providerId="LiveId" clId="{9CAD267F-F6F0-4F87-91E7-D852F96357EC}" dt="2026-06-24T15:25:25.114" v="1519" actId="1076"/>
        <pc:sldMkLst>
          <pc:docMk/>
          <pc:sldMk cId="919026234" sldId="258"/>
        </pc:sldMkLst>
        <pc:spChg chg="mod">
          <ac:chgData name="Ayan Khan" userId="7e2677f3963a95c9" providerId="LiveId" clId="{9CAD267F-F6F0-4F87-91E7-D852F96357EC}" dt="2026-06-24T15:25:25.114" v="1519" actId="1076"/>
          <ac:spMkLst>
            <pc:docMk/>
            <pc:sldMk cId="919026234" sldId="258"/>
            <ac:spMk id="4" creationId="{59940505-4CB3-388E-C853-8CB2E565EF3F}"/>
          </ac:spMkLst>
        </pc:spChg>
      </pc:sldChg>
      <pc:sldChg chg="modSp mod">
        <pc:chgData name="Ayan Khan" userId="7e2677f3963a95c9" providerId="LiveId" clId="{9CAD267F-F6F0-4F87-91E7-D852F96357EC}" dt="2026-06-24T15:26:23.086" v="1548" actId="1038"/>
        <pc:sldMkLst>
          <pc:docMk/>
          <pc:sldMk cId="2745891780" sldId="259"/>
        </pc:sldMkLst>
        <pc:spChg chg="mod">
          <ac:chgData name="Ayan Khan" userId="7e2677f3963a95c9" providerId="LiveId" clId="{9CAD267F-F6F0-4F87-91E7-D852F96357EC}" dt="2026-06-24T15:26:12.477" v="1541" actId="1035"/>
          <ac:spMkLst>
            <pc:docMk/>
            <pc:sldMk cId="2745891780" sldId="259"/>
            <ac:spMk id="4" creationId="{F37E39FF-0A40-4B3A-799D-D36F30BE0D35}"/>
          </ac:spMkLst>
        </pc:spChg>
        <pc:spChg chg="mod">
          <ac:chgData name="Ayan Khan" userId="7e2677f3963a95c9" providerId="LiveId" clId="{9CAD267F-F6F0-4F87-91E7-D852F96357EC}" dt="2026-06-24T15:26:23.086" v="1548" actId="1038"/>
          <ac:spMkLst>
            <pc:docMk/>
            <pc:sldMk cId="2745891780" sldId="259"/>
            <ac:spMk id="6" creationId="{217E6A21-DF37-A041-473A-33F4A7AA02F3}"/>
          </ac:spMkLst>
        </pc:spChg>
      </pc:sldChg>
      <pc:sldChg chg="addSp delSp modSp add del mod">
        <pc:chgData name="Ayan Khan" userId="7e2677f3963a95c9" providerId="LiveId" clId="{9CAD267F-F6F0-4F87-91E7-D852F96357EC}" dt="2026-06-23T17:48:29.323" v="1176" actId="2696"/>
        <pc:sldMkLst>
          <pc:docMk/>
          <pc:sldMk cId="835356589" sldId="260"/>
        </pc:sldMkLst>
        <pc:spChg chg="mod">
          <ac:chgData name="Ayan Khan" userId="7e2677f3963a95c9" providerId="LiveId" clId="{9CAD267F-F6F0-4F87-91E7-D852F96357EC}" dt="2026-06-23T14:23:19.923" v="404" actId="1076"/>
          <ac:spMkLst>
            <pc:docMk/>
            <pc:sldMk cId="835356589" sldId="260"/>
            <ac:spMk id="2" creationId="{E6A215C2-3A8A-4190-9ACD-44286C79B7F6}"/>
          </ac:spMkLst>
        </pc:spChg>
        <pc:spChg chg="add del">
          <ac:chgData name="Ayan Khan" userId="7e2677f3963a95c9" providerId="LiveId" clId="{9CAD267F-F6F0-4F87-91E7-D852F96357EC}" dt="2026-06-23T13:26:44.667" v="2" actId="21"/>
          <ac:spMkLst>
            <pc:docMk/>
            <pc:sldMk cId="835356589" sldId="260"/>
            <ac:spMk id="11" creationId="{79FE9930-8CC3-BA49-7D07-7409693284EE}"/>
          </ac:spMkLst>
        </pc:spChg>
      </pc:sldChg>
      <pc:sldChg chg="modSp mod">
        <pc:chgData name="Ayan Khan" userId="7e2677f3963a95c9" providerId="LiveId" clId="{9CAD267F-F6F0-4F87-91E7-D852F96357EC}" dt="2026-06-24T15:55:39.675" v="1669" actId="20577"/>
        <pc:sldMkLst>
          <pc:docMk/>
          <pc:sldMk cId="3371198619" sldId="261"/>
        </pc:sldMkLst>
        <pc:spChg chg="mod">
          <ac:chgData name="Ayan Khan" userId="7e2677f3963a95c9" providerId="LiveId" clId="{9CAD267F-F6F0-4F87-91E7-D852F96357EC}" dt="2026-06-24T15:55:39.675" v="1669" actId="20577"/>
          <ac:spMkLst>
            <pc:docMk/>
            <pc:sldMk cId="3371198619" sldId="261"/>
            <ac:spMk id="4" creationId="{7E6FAF1A-185D-B407-BC12-8978855ED237}"/>
          </ac:spMkLst>
        </pc:spChg>
      </pc:sldChg>
      <pc:sldChg chg="addSp delSp modSp mod">
        <pc:chgData name="Ayan Khan" userId="7e2677f3963a95c9" providerId="LiveId" clId="{9CAD267F-F6F0-4F87-91E7-D852F96357EC}" dt="2026-06-24T16:00:16.263" v="1723" actId="404"/>
        <pc:sldMkLst>
          <pc:docMk/>
          <pc:sldMk cId="2178879419" sldId="262"/>
        </pc:sldMkLst>
        <pc:spChg chg="mod">
          <ac:chgData name="Ayan Khan" userId="7e2677f3963a95c9" providerId="LiveId" clId="{9CAD267F-F6F0-4F87-91E7-D852F96357EC}" dt="2026-06-24T16:00:16.263" v="1723" actId="404"/>
          <ac:spMkLst>
            <pc:docMk/>
            <pc:sldMk cId="2178879419" sldId="262"/>
            <ac:spMk id="5" creationId="{9703DA31-D149-97F0-16FA-082C2A563AE7}"/>
          </ac:spMkLst>
        </pc:spChg>
        <pc:spChg chg="add del mod">
          <ac:chgData name="Ayan Khan" userId="7e2677f3963a95c9" providerId="LiveId" clId="{9CAD267F-F6F0-4F87-91E7-D852F96357EC}" dt="2026-06-23T17:53:41.872" v="1451" actId="20577"/>
          <ac:spMkLst>
            <pc:docMk/>
            <pc:sldMk cId="2178879419" sldId="262"/>
            <ac:spMk id="7" creationId="{881F9EC8-5DB5-5B3B-46B9-FC057CB42408}"/>
          </ac:spMkLst>
        </pc:spChg>
        <pc:spChg chg="mod">
          <ac:chgData name="Ayan Khan" userId="7e2677f3963a95c9" providerId="LiveId" clId="{9CAD267F-F6F0-4F87-91E7-D852F96357EC}" dt="2026-06-24T15:59:53.812" v="1717" actId="1076"/>
          <ac:spMkLst>
            <pc:docMk/>
            <pc:sldMk cId="2178879419" sldId="262"/>
            <ac:spMk id="8" creationId="{56B24D64-232A-C2D3-47C4-C68DD20C3D97}"/>
          </ac:spMkLst>
        </pc:spChg>
      </pc:sldChg>
      <pc:sldChg chg="modSp mod">
        <pc:chgData name="Ayan Khan" userId="7e2677f3963a95c9" providerId="LiveId" clId="{9CAD267F-F6F0-4F87-91E7-D852F96357EC}" dt="2026-06-24T16:09:50.722" v="1808" actId="113"/>
        <pc:sldMkLst>
          <pc:docMk/>
          <pc:sldMk cId="1305066363" sldId="263"/>
        </pc:sldMkLst>
        <pc:spChg chg="mod">
          <ac:chgData name="Ayan Khan" userId="7e2677f3963a95c9" providerId="LiveId" clId="{9CAD267F-F6F0-4F87-91E7-D852F96357EC}" dt="2026-06-24T16:09:50.722" v="1808" actId="113"/>
          <ac:spMkLst>
            <pc:docMk/>
            <pc:sldMk cId="1305066363" sldId="263"/>
            <ac:spMk id="6" creationId="{78088E41-B8BA-A366-E9CC-DBC1395D7C26}"/>
          </ac:spMkLst>
        </pc:spChg>
        <pc:graphicFrameChg chg="mod modGraphic">
          <ac:chgData name="Ayan Khan" userId="7e2677f3963a95c9" providerId="LiveId" clId="{9CAD267F-F6F0-4F87-91E7-D852F96357EC}" dt="2026-06-24T16:04:24.582" v="1767" actId="2062"/>
          <ac:graphicFrameMkLst>
            <pc:docMk/>
            <pc:sldMk cId="1305066363" sldId="263"/>
            <ac:graphicFrameMk id="5" creationId="{F4AC17E6-6743-50AE-D74F-20ABEE872167}"/>
          </ac:graphicFrameMkLst>
        </pc:graphicFrameChg>
      </pc:sldChg>
      <pc:sldChg chg="modSp mod">
        <pc:chgData name="Ayan Khan" userId="7e2677f3963a95c9" providerId="LiveId" clId="{9CAD267F-F6F0-4F87-91E7-D852F96357EC}" dt="2026-06-24T16:17:36.823" v="1996" actId="1076"/>
        <pc:sldMkLst>
          <pc:docMk/>
          <pc:sldMk cId="1327542300" sldId="265"/>
        </pc:sldMkLst>
        <pc:spChg chg="mod">
          <ac:chgData name="Ayan Khan" userId="7e2677f3963a95c9" providerId="LiveId" clId="{9CAD267F-F6F0-4F87-91E7-D852F96357EC}" dt="2026-06-23T15:31:38.663" v="1160" actId="14100"/>
          <ac:spMkLst>
            <pc:docMk/>
            <pc:sldMk cId="1327542300" sldId="265"/>
            <ac:spMk id="2" creationId="{A7A22290-2586-F02B-0405-EF28FD514442}"/>
          </ac:spMkLst>
        </pc:spChg>
        <pc:spChg chg="mod">
          <ac:chgData name="Ayan Khan" userId="7e2677f3963a95c9" providerId="LiveId" clId="{9CAD267F-F6F0-4F87-91E7-D852F96357EC}" dt="2026-06-24T16:17:36.823" v="1996" actId="1076"/>
          <ac:spMkLst>
            <pc:docMk/>
            <pc:sldMk cId="1327542300" sldId="265"/>
            <ac:spMk id="4" creationId="{FF280C21-2FE2-DBA4-1579-0DD9FA64DC5F}"/>
          </ac:spMkLst>
        </pc:spChg>
      </pc:sldChg>
      <pc:sldChg chg="addSp delSp modSp mod">
        <pc:chgData name="Ayan Khan" userId="7e2677f3963a95c9" providerId="LiveId" clId="{9CAD267F-F6F0-4F87-91E7-D852F96357EC}" dt="2026-06-24T15:17:02.034" v="1476" actId="14100"/>
        <pc:sldMkLst>
          <pc:docMk/>
          <pc:sldMk cId="3190270277" sldId="266"/>
        </pc:sldMkLst>
        <pc:picChg chg="del">
          <ac:chgData name="Ayan Khan" userId="7e2677f3963a95c9" providerId="LiveId" clId="{9CAD267F-F6F0-4F87-91E7-D852F96357EC}" dt="2026-06-24T15:16:45.565" v="1470" actId="478"/>
          <ac:picMkLst>
            <pc:docMk/>
            <pc:sldMk cId="3190270277" sldId="266"/>
            <ac:picMk id="3" creationId="{6E2CF534-1090-F383-4F12-61811C157979}"/>
          </ac:picMkLst>
        </pc:picChg>
        <pc:picChg chg="add mod">
          <ac:chgData name="Ayan Khan" userId="7e2677f3963a95c9" providerId="LiveId" clId="{9CAD267F-F6F0-4F87-91E7-D852F96357EC}" dt="2026-06-24T15:17:02.034" v="1476" actId="14100"/>
          <ac:picMkLst>
            <pc:docMk/>
            <pc:sldMk cId="3190270277" sldId="266"/>
            <ac:picMk id="4" creationId="{0E059AF9-29ED-3D2C-0DFE-FB1B13E8410C}"/>
          </ac:picMkLst>
        </pc:picChg>
      </pc:sldChg>
      <pc:sldChg chg="addSp delSp modSp new mod ord">
        <pc:chgData name="Ayan Khan" userId="7e2677f3963a95c9" providerId="LiveId" clId="{9CAD267F-F6F0-4F87-91E7-D852F96357EC}" dt="2026-06-24T15:54:58.969" v="1641" actId="1076"/>
        <pc:sldMkLst>
          <pc:docMk/>
          <pc:sldMk cId="3564364861" sldId="268"/>
        </pc:sldMkLst>
        <pc:spChg chg="del">
          <ac:chgData name="Ayan Khan" userId="7e2677f3963a95c9" providerId="LiveId" clId="{9CAD267F-F6F0-4F87-91E7-D852F96357EC}" dt="2026-06-23T13:26:54.836" v="4" actId="478"/>
          <ac:spMkLst>
            <pc:docMk/>
            <pc:sldMk cId="3564364861" sldId="268"/>
            <ac:spMk id="2" creationId="{B1FB462C-8269-2255-6611-FE7A7745941C}"/>
          </ac:spMkLst>
        </pc:spChg>
        <pc:spChg chg="add del mod">
          <ac:chgData name="Ayan Khan" userId="7e2677f3963a95c9" providerId="LiveId" clId="{9CAD267F-F6F0-4F87-91E7-D852F96357EC}" dt="2026-06-23T14:18:03.266" v="365" actId="478"/>
          <ac:spMkLst>
            <pc:docMk/>
            <pc:sldMk cId="3564364861" sldId="268"/>
            <ac:spMk id="8" creationId="{41BA6B4A-8C00-AC7B-1A8C-AA744D5781EF}"/>
          </ac:spMkLst>
        </pc:spChg>
        <pc:spChg chg="add mod">
          <ac:chgData name="Ayan Khan" userId="7e2677f3963a95c9" providerId="LiveId" clId="{9CAD267F-F6F0-4F87-91E7-D852F96357EC}" dt="2026-06-24T15:41:37.670" v="1600" actId="14100"/>
          <ac:spMkLst>
            <pc:docMk/>
            <pc:sldMk cId="3564364861" sldId="268"/>
            <ac:spMk id="10" creationId="{84BCE4E7-D928-A93D-A616-E166EAD7135D}"/>
          </ac:spMkLst>
        </pc:spChg>
        <pc:spChg chg="add del mod">
          <ac:chgData name="Ayan Khan" userId="7e2677f3963a95c9" providerId="LiveId" clId="{9CAD267F-F6F0-4F87-91E7-D852F96357EC}" dt="2026-06-23T13:36:33.610" v="29" actId="478"/>
          <ac:spMkLst>
            <pc:docMk/>
            <pc:sldMk cId="3564364861" sldId="268"/>
            <ac:spMk id="11" creationId="{79FE9930-8CC3-BA49-7D07-7409693284EE}"/>
          </ac:spMkLst>
        </pc:spChg>
        <pc:spChg chg="add mod">
          <ac:chgData name="Ayan Khan" userId="7e2677f3963a95c9" providerId="LiveId" clId="{9CAD267F-F6F0-4F87-91E7-D852F96357EC}" dt="2026-06-24T15:44:34.361" v="1630" actId="20577"/>
          <ac:spMkLst>
            <pc:docMk/>
            <pc:sldMk cId="3564364861" sldId="268"/>
            <ac:spMk id="12" creationId="{BD08585B-03F9-71B3-A8FD-5CE5B19DC8F5}"/>
          </ac:spMkLst>
        </pc:spChg>
        <pc:spChg chg="add mod">
          <ac:chgData name="Ayan Khan" userId="7e2677f3963a95c9" providerId="LiveId" clId="{9CAD267F-F6F0-4F87-91E7-D852F96357EC}" dt="2026-06-24T15:44:51.512" v="1634" actId="1036"/>
          <ac:spMkLst>
            <pc:docMk/>
            <pc:sldMk cId="3564364861" sldId="268"/>
            <ac:spMk id="13" creationId="{A7E891CE-05B5-6552-ECA5-C67B8EC1F9D7}"/>
          </ac:spMkLst>
        </pc:spChg>
        <pc:spChg chg="add mod">
          <ac:chgData name="Ayan Khan" userId="7e2677f3963a95c9" providerId="LiveId" clId="{9CAD267F-F6F0-4F87-91E7-D852F96357EC}" dt="2026-06-24T15:43:35.021" v="1623" actId="1076"/>
          <ac:spMkLst>
            <pc:docMk/>
            <pc:sldMk cId="3564364861" sldId="268"/>
            <ac:spMk id="14" creationId="{7D7677DD-E8AB-F897-9D60-6C7D82A28B28}"/>
          </ac:spMkLst>
        </pc:spChg>
        <pc:spChg chg="add mod">
          <ac:chgData name="Ayan Khan" userId="7e2677f3963a95c9" providerId="LiveId" clId="{9CAD267F-F6F0-4F87-91E7-D852F96357EC}" dt="2026-06-24T15:42:24.460" v="1608" actId="1076"/>
          <ac:spMkLst>
            <pc:docMk/>
            <pc:sldMk cId="3564364861" sldId="268"/>
            <ac:spMk id="15" creationId="{DE830790-BB49-3397-61F5-82D5A2E4A8E8}"/>
          </ac:spMkLst>
        </pc:spChg>
        <pc:spChg chg="add mod">
          <ac:chgData name="Ayan Khan" userId="7e2677f3963a95c9" providerId="LiveId" clId="{9CAD267F-F6F0-4F87-91E7-D852F96357EC}" dt="2026-06-24T15:42:14.917" v="1606" actId="1076"/>
          <ac:spMkLst>
            <pc:docMk/>
            <pc:sldMk cId="3564364861" sldId="268"/>
            <ac:spMk id="16" creationId="{985A7D53-C243-8996-7D4F-C46EBBA6370F}"/>
          </ac:spMkLst>
        </pc:spChg>
        <pc:spChg chg="add mod">
          <ac:chgData name="Ayan Khan" userId="7e2677f3963a95c9" providerId="LiveId" clId="{9CAD267F-F6F0-4F87-91E7-D852F96357EC}" dt="2026-06-24T15:54:58.969" v="1641" actId="1076"/>
          <ac:spMkLst>
            <pc:docMk/>
            <pc:sldMk cId="3564364861" sldId="268"/>
            <ac:spMk id="21" creationId="{95679637-EF28-6548-2649-623369B84865}"/>
          </ac:spMkLst>
        </pc:spChg>
        <pc:spChg chg="add del mod">
          <ac:chgData name="Ayan Khan" userId="7e2677f3963a95c9" providerId="LiveId" clId="{9CAD267F-F6F0-4F87-91E7-D852F96357EC}" dt="2026-06-23T14:32:12.103" v="415" actId="478"/>
          <ac:spMkLst>
            <pc:docMk/>
            <pc:sldMk cId="3564364861" sldId="268"/>
            <ac:spMk id="40" creationId="{C225A2D7-5759-2D84-165F-138F94DAEBD5}"/>
          </ac:spMkLst>
        </pc:spChg>
        <pc:spChg chg="add del mod">
          <ac:chgData name="Ayan Khan" userId="7e2677f3963a95c9" providerId="LiveId" clId="{9CAD267F-F6F0-4F87-91E7-D852F96357EC}" dt="2026-06-23T14:23:42.922" v="408" actId="21"/>
          <ac:spMkLst>
            <pc:docMk/>
            <pc:sldMk cId="3564364861" sldId="268"/>
            <ac:spMk id="42" creationId="{5D48EFA7-D003-FEF5-7FCF-9CC0C4389A92}"/>
          </ac:spMkLst>
        </pc:spChg>
        <pc:spChg chg="add del mod">
          <ac:chgData name="Ayan Khan" userId="7e2677f3963a95c9" providerId="LiveId" clId="{9CAD267F-F6F0-4F87-91E7-D852F96357EC}" dt="2026-06-23T14:32:08.813" v="414" actId="21"/>
          <ac:spMkLst>
            <pc:docMk/>
            <pc:sldMk cId="3564364861" sldId="268"/>
            <ac:spMk id="44" creationId="{B00FCC26-BF73-1AB4-44E9-E6F59FACC072}"/>
          </ac:spMkLst>
        </pc:spChg>
        <pc:spChg chg="add del mod">
          <ac:chgData name="Ayan Khan" userId="7e2677f3963a95c9" providerId="LiveId" clId="{9CAD267F-F6F0-4F87-91E7-D852F96357EC}" dt="2026-06-23T14:32:15.601" v="416" actId="478"/>
          <ac:spMkLst>
            <pc:docMk/>
            <pc:sldMk cId="3564364861" sldId="268"/>
            <ac:spMk id="46" creationId="{C4C73E31-0DAB-693D-FB30-3E19D134BA52}"/>
          </ac:spMkLst>
        </pc:spChg>
        <pc:spChg chg="add mod">
          <ac:chgData name="Ayan Khan" userId="7e2677f3963a95c9" providerId="LiveId" clId="{9CAD267F-F6F0-4F87-91E7-D852F96357EC}" dt="2026-06-23T14:42:44.209" v="438" actId="2711"/>
          <ac:spMkLst>
            <pc:docMk/>
            <pc:sldMk cId="3564364861" sldId="268"/>
            <ac:spMk id="47" creationId="{3B5F4A6B-8390-A12A-DB78-68E6B9F0E5B3}"/>
          </ac:spMkLst>
        </pc:spChg>
        <pc:spChg chg="add mod">
          <ac:chgData name="Ayan Khan" userId="7e2677f3963a95c9" providerId="LiveId" clId="{9CAD267F-F6F0-4F87-91E7-D852F96357EC}" dt="2026-06-23T14:42:44.209" v="438" actId="2711"/>
          <ac:spMkLst>
            <pc:docMk/>
            <pc:sldMk cId="3564364861" sldId="268"/>
            <ac:spMk id="48" creationId="{C225A2D7-5759-2D84-165F-138F94DAEBD5}"/>
          </ac:spMkLst>
        </pc:spChg>
        <pc:graphicFrameChg chg="add del modGraphic">
          <ac:chgData name="Ayan Khan" userId="7e2677f3963a95c9" providerId="LiveId" clId="{9CAD267F-F6F0-4F87-91E7-D852F96357EC}" dt="2026-06-23T13:27:49.515" v="6" actId="1032"/>
          <ac:graphicFrameMkLst>
            <pc:docMk/>
            <pc:sldMk cId="3564364861" sldId="268"/>
            <ac:graphicFrameMk id="3" creationId="{3BC068A0-79BD-C00B-F3F4-B8BCD19EFE3E}"/>
          </ac:graphicFrameMkLst>
        </pc:graphicFrameChg>
        <pc:graphicFrameChg chg="add del mod modGraphic">
          <ac:chgData name="Ayan Khan" userId="7e2677f3963a95c9" providerId="LiveId" clId="{9CAD267F-F6F0-4F87-91E7-D852F96357EC}" dt="2026-06-23T13:31:48.097" v="23" actId="478"/>
          <ac:graphicFrameMkLst>
            <pc:docMk/>
            <pc:sldMk cId="3564364861" sldId="268"/>
            <ac:graphicFrameMk id="4" creationId="{9110CD33-415E-E1DD-8EC5-6529F51DD134}"/>
          </ac:graphicFrameMkLst>
        </pc:graphicFrameChg>
        <pc:graphicFrameChg chg="add del mod modGraphic">
          <ac:chgData name="Ayan Khan" userId="7e2677f3963a95c9" providerId="LiveId" clId="{9CAD267F-F6F0-4F87-91E7-D852F96357EC}" dt="2026-06-23T14:00:27.958" v="92" actId="1032"/>
          <ac:graphicFrameMkLst>
            <pc:docMk/>
            <pc:sldMk cId="3564364861" sldId="268"/>
            <ac:graphicFrameMk id="9" creationId="{3C5CC6AB-C200-B783-5E81-3BAA71802010}"/>
          </ac:graphicFrameMkLst>
        </pc:graphicFrameChg>
        <pc:cxnChg chg="add del mod">
          <ac:chgData name="Ayan Khan" userId="7e2677f3963a95c9" providerId="LiveId" clId="{9CAD267F-F6F0-4F87-91E7-D852F96357EC}" dt="2026-06-23T14:18:57.429" v="373" actId="11529"/>
          <ac:cxnSpMkLst>
            <pc:docMk/>
            <pc:sldMk cId="3564364861" sldId="268"/>
            <ac:cxnSpMk id="18" creationId="{F91CFD42-2CA8-801D-17F8-50F53A695DC2}"/>
          </ac:cxnSpMkLst>
        </pc:cxnChg>
        <pc:cxnChg chg="add del">
          <ac:chgData name="Ayan Khan" userId="7e2677f3963a95c9" providerId="LiveId" clId="{9CAD267F-F6F0-4F87-91E7-D852F96357EC}" dt="2026-06-23T14:19:16.051" v="375" actId="11529"/>
          <ac:cxnSpMkLst>
            <pc:docMk/>
            <pc:sldMk cId="3564364861" sldId="268"/>
            <ac:cxnSpMk id="21" creationId="{D660C7F5-730D-F376-5195-C2DA00C97F74}"/>
          </ac:cxnSpMkLst>
        </pc:cxnChg>
        <pc:cxnChg chg="add mod">
          <ac:chgData name="Ayan Khan" userId="7e2677f3963a95c9" providerId="LiveId" clId="{9CAD267F-F6F0-4F87-91E7-D852F96357EC}" dt="2026-06-24T15:54:29.296" v="1639" actId="1035"/>
          <ac:cxnSpMkLst>
            <pc:docMk/>
            <pc:sldMk cId="3564364861" sldId="268"/>
            <ac:cxnSpMk id="23" creationId="{1A6F22BE-CDC3-95D6-2BC6-A765D664661C}"/>
          </ac:cxnSpMkLst>
        </pc:cxnChg>
        <pc:cxnChg chg="add mod">
          <ac:chgData name="Ayan Khan" userId="7e2677f3963a95c9" providerId="LiveId" clId="{9CAD267F-F6F0-4F87-91E7-D852F96357EC}" dt="2026-06-24T15:54:25.730" v="1638" actId="1036"/>
          <ac:cxnSpMkLst>
            <pc:docMk/>
            <pc:sldMk cId="3564364861" sldId="268"/>
            <ac:cxnSpMk id="26" creationId="{4E06C798-4DFF-0D9E-9E7B-48F8FD130495}"/>
          </ac:cxnSpMkLst>
        </pc:cxnChg>
        <pc:cxnChg chg="add mod">
          <ac:chgData name="Ayan Khan" userId="7e2677f3963a95c9" providerId="LiveId" clId="{9CAD267F-F6F0-4F87-91E7-D852F96357EC}" dt="2026-06-24T15:44:58.338" v="1635" actId="14100"/>
          <ac:cxnSpMkLst>
            <pc:docMk/>
            <pc:sldMk cId="3564364861" sldId="268"/>
            <ac:cxnSpMk id="28" creationId="{FA6EB57C-50E7-A4EA-BDAA-DCC1F0BACEE3}"/>
          </ac:cxnSpMkLst>
        </pc:cxnChg>
        <pc:cxnChg chg="add mod">
          <ac:chgData name="Ayan Khan" userId="7e2677f3963a95c9" providerId="LiveId" clId="{9CAD267F-F6F0-4F87-91E7-D852F96357EC}" dt="2026-06-24T15:43:38.414" v="1624" actId="1076"/>
          <ac:cxnSpMkLst>
            <pc:docMk/>
            <pc:sldMk cId="3564364861" sldId="268"/>
            <ac:cxnSpMk id="34" creationId="{14136EFA-50F7-E83C-3F94-35D8940A474F}"/>
          </ac:cxnSpMkLst>
        </pc:cxnChg>
        <pc:cxnChg chg="add mod">
          <ac:chgData name="Ayan Khan" userId="7e2677f3963a95c9" providerId="LiveId" clId="{9CAD267F-F6F0-4F87-91E7-D852F96357EC}" dt="2026-06-24T15:42:14.917" v="1606" actId="1076"/>
          <ac:cxnSpMkLst>
            <pc:docMk/>
            <pc:sldMk cId="3564364861" sldId="268"/>
            <ac:cxnSpMk id="36" creationId="{7917894A-9734-1E0A-7D0D-19ED5826D6DD}"/>
          </ac:cxnSpMkLst>
        </pc:cxnChg>
      </pc:sldChg>
      <pc:sldChg chg="addSp delSp modSp new mod ord">
        <pc:chgData name="Ayan Khan" userId="7e2677f3963a95c9" providerId="LiveId" clId="{9CAD267F-F6F0-4F87-91E7-D852F96357EC}" dt="2026-06-23T18:02:06.571" v="1469"/>
        <pc:sldMkLst>
          <pc:docMk/>
          <pc:sldMk cId="746970861" sldId="269"/>
        </pc:sldMkLst>
        <pc:spChg chg="mod">
          <ac:chgData name="Ayan Khan" userId="7e2677f3963a95c9" providerId="LiveId" clId="{9CAD267F-F6F0-4F87-91E7-D852F96357EC}" dt="2026-06-23T14:53:43.890" v="840" actId="1035"/>
          <ac:spMkLst>
            <pc:docMk/>
            <pc:sldMk cId="746970861" sldId="269"/>
            <ac:spMk id="2" creationId="{D3CED537-E7E7-09A4-2639-15760C03D2B4}"/>
          </ac:spMkLst>
        </pc:spChg>
        <pc:spChg chg="add del mod">
          <ac:chgData name="Ayan Khan" userId="7e2677f3963a95c9" providerId="LiveId" clId="{9CAD267F-F6F0-4F87-91E7-D852F96357EC}" dt="2026-06-23T14:46:45.650" v="646"/>
          <ac:spMkLst>
            <pc:docMk/>
            <pc:sldMk cId="746970861" sldId="269"/>
            <ac:spMk id="4" creationId="{046272A9-8E2C-8137-C8C6-80AEA0079E65}"/>
          </ac:spMkLst>
        </pc:spChg>
        <pc:spChg chg="add mod">
          <ac:chgData name="Ayan Khan" userId="7e2677f3963a95c9" providerId="LiveId" clId="{9CAD267F-F6F0-4F87-91E7-D852F96357EC}" dt="2026-06-23T14:57:33.926" v="913" actId="2711"/>
          <ac:spMkLst>
            <pc:docMk/>
            <pc:sldMk cId="746970861" sldId="269"/>
            <ac:spMk id="5" creationId="{6AE80791-F156-9F1B-7123-0DB412CB2DC6}"/>
          </ac:spMkLst>
        </pc:spChg>
        <pc:spChg chg="add mod">
          <ac:chgData name="Ayan Khan" userId="7e2677f3963a95c9" providerId="LiveId" clId="{9CAD267F-F6F0-4F87-91E7-D852F96357EC}" dt="2026-06-23T14:57:33.926" v="913" actId="2711"/>
          <ac:spMkLst>
            <pc:docMk/>
            <pc:sldMk cId="746970861" sldId="269"/>
            <ac:spMk id="6" creationId="{324583E1-7466-C0F6-0039-EE884C556511}"/>
          </ac:spMkLst>
        </pc:spChg>
        <pc:spChg chg="add mod">
          <ac:chgData name="Ayan Khan" userId="7e2677f3963a95c9" providerId="LiveId" clId="{9CAD267F-F6F0-4F87-91E7-D852F96357EC}" dt="2026-06-23T14:57:33.926" v="913" actId="2711"/>
          <ac:spMkLst>
            <pc:docMk/>
            <pc:sldMk cId="746970861" sldId="269"/>
            <ac:spMk id="7" creationId="{833BC396-2B3C-F9FD-8EFF-5C21B9A152CA}"/>
          </ac:spMkLst>
        </pc:spChg>
        <pc:spChg chg="add mod">
          <ac:chgData name="Ayan Khan" userId="7e2677f3963a95c9" providerId="LiveId" clId="{9CAD267F-F6F0-4F87-91E7-D852F96357EC}" dt="2026-06-23T14:57:33.926" v="913" actId="2711"/>
          <ac:spMkLst>
            <pc:docMk/>
            <pc:sldMk cId="746970861" sldId="269"/>
            <ac:spMk id="8" creationId="{55667CC2-5ADD-06B9-FDC3-1EA1790A8B38}"/>
          </ac:spMkLst>
        </pc:spChg>
        <pc:spChg chg="add mod">
          <ac:chgData name="Ayan Khan" userId="7e2677f3963a95c9" providerId="LiveId" clId="{9CAD267F-F6F0-4F87-91E7-D852F96357EC}" dt="2026-06-23T14:58:02.906" v="917" actId="14100"/>
          <ac:spMkLst>
            <pc:docMk/>
            <pc:sldMk cId="746970861" sldId="269"/>
            <ac:spMk id="26" creationId="{6CA23D06-390B-E045-4EB8-7757E3AAF16B}"/>
          </ac:spMkLst>
        </pc:spChg>
        <pc:grpChg chg="add mod">
          <ac:chgData name="Ayan Khan" userId="7e2677f3963a95c9" providerId="LiveId" clId="{9CAD267F-F6F0-4F87-91E7-D852F96357EC}" dt="2026-06-23T14:54:00.675" v="902" actId="1038"/>
          <ac:grpSpMkLst>
            <pc:docMk/>
            <pc:sldMk cId="746970861" sldId="269"/>
            <ac:grpSpMk id="25" creationId="{AC22C990-AC28-D4DC-6029-5A3E1E4CB0DF}"/>
          </ac:grpSpMkLst>
        </pc:grpChg>
        <pc:cxnChg chg="add del mod">
          <ac:chgData name="Ayan Khan" userId="7e2677f3963a95c9" providerId="LiveId" clId="{9CAD267F-F6F0-4F87-91E7-D852F96357EC}" dt="2026-06-23T14:50:35.471" v="719" actId="11529"/>
          <ac:cxnSpMkLst>
            <pc:docMk/>
            <pc:sldMk cId="746970861" sldId="269"/>
            <ac:cxnSpMk id="10" creationId="{CAB8F4CF-B922-C084-967D-B4E05F8E312F}"/>
          </ac:cxnSpMkLst>
        </pc:cxnChg>
        <pc:cxnChg chg="add del mod">
          <ac:chgData name="Ayan Khan" userId="7e2677f3963a95c9" providerId="LiveId" clId="{9CAD267F-F6F0-4F87-91E7-D852F96357EC}" dt="2026-06-23T14:50:49.122" v="721" actId="11529"/>
          <ac:cxnSpMkLst>
            <pc:docMk/>
            <pc:sldMk cId="746970861" sldId="269"/>
            <ac:cxnSpMk id="12" creationId="{9B1724F1-2AE1-9C5C-0A6F-4A4DBEFFD6E6}"/>
          </ac:cxnSpMkLst>
        </pc:cxnChg>
        <pc:cxnChg chg="add del mod">
          <ac:chgData name="Ayan Khan" userId="7e2677f3963a95c9" providerId="LiveId" clId="{9CAD267F-F6F0-4F87-91E7-D852F96357EC}" dt="2026-06-23T14:52:21.216" v="807" actId="11529"/>
          <ac:cxnSpMkLst>
            <pc:docMk/>
            <pc:sldMk cId="746970861" sldId="269"/>
            <ac:cxnSpMk id="14" creationId="{4742127D-6147-44B6-F98F-8E77769A28AE}"/>
          </ac:cxnSpMkLst>
        </pc:cxnChg>
        <pc:cxnChg chg="add del">
          <ac:chgData name="Ayan Khan" userId="7e2677f3963a95c9" providerId="LiveId" clId="{9CAD267F-F6F0-4F87-91E7-D852F96357EC}" dt="2026-06-23T14:52:29.273" v="809" actId="11529"/>
          <ac:cxnSpMkLst>
            <pc:docMk/>
            <pc:sldMk cId="746970861" sldId="269"/>
            <ac:cxnSpMk id="17" creationId="{7749748D-45E1-5178-BC83-E6B45C46B760}"/>
          </ac:cxnSpMkLst>
        </pc:cxnChg>
        <pc:cxnChg chg="add mod">
          <ac:chgData name="Ayan Khan" userId="7e2677f3963a95c9" providerId="LiveId" clId="{9CAD267F-F6F0-4F87-91E7-D852F96357EC}" dt="2026-06-23T14:53:52.327" v="841" actId="164"/>
          <ac:cxnSpMkLst>
            <pc:docMk/>
            <pc:sldMk cId="746970861" sldId="269"/>
            <ac:cxnSpMk id="19" creationId="{07C995B8-8BFE-144C-87C4-E819A14D1143}"/>
          </ac:cxnSpMkLst>
        </pc:cxnChg>
        <pc:cxnChg chg="add mod">
          <ac:chgData name="Ayan Khan" userId="7e2677f3963a95c9" providerId="LiveId" clId="{9CAD267F-F6F0-4F87-91E7-D852F96357EC}" dt="2026-06-23T14:53:52.327" v="841" actId="164"/>
          <ac:cxnSpMkLst>
            <pc:docMk/>
            <pc:sldMk cId="746970861" sldId="269"/>
            <ac:cxnSpMk id="22" creationId="{22CE3320-6335-8D18-9DF9-D3F18CCE117F}"/>
          </ac:cxnSpMkLst>
        </pc:cxnChg>
        <pc:cxnChg chg="add mod">
          <ac:chgData name="Ayan Khan" userId="7e2677f3963a95c9" providerId="LiveId" clId="{9CAD267F-F6F0-4F87-91E7-D852F96357EC}" dt="2026-06-23T14:53:52.327" v="841" actId="164"/>
          <ac:cxnSpMkLst>
            <pc:docMk/>
            <pc:sldMk cId="746970861" sldId="269"/>
            <ac:cxnSpMk id="24" creationId="{8A31DDDB-99B4-270E-AED3-FC219DCB48AE}"/>
          </ac:cxnSpMkLst>
        </pc:cxnChg>
      </pc:sldChg>
      <pc:sldChg chg="addSp delSp new del mod ord">
        <pc:chgData name="Ayan Khan" userId="7e2677f3963a95c9" providerId="LiveId" clId="{9CAD267F-F6F0-4F87-91E7-D852F96357EC}" dt="2026-06-23T14:41:21.586" v="430" actId="2696"/>
        <pc:sldMkLst>
          <pc:docMk/>
          <pc:sldMk cId="1108465961" sldId="269"/>
        </pc:sldMkLst>
        <pc:spChg chg="add del">
          <ac:chgData name="Ayan Khan" userId="7e2677f3963a95c9" providerId="LiveId" clId="{9CAD267F-F6F0-4F87-91E7-D852F96357EC}" dt="2026-06-23T14:41:15.199" v="429" actId="22"/>
          <ac:spMkLst>
            <pc:docMk/>
            <pc:sldMk cId="1108465961" sldId="269"/>
            <ac:spMk id="3" creationId="{A87F20C8-EFC2-40F9-D971-63EC8523A20E}"/>
          </ac:spMkLst>
        </pc:spChg>
      </pc:sldChg>
      <pc:sldChg chg="addSp delSp modSp new mod">
        <pc:chgData name="Ayan Khan" userId="7e2677f3963a95c9" providerId="LiveId" clId="{9CAD267F-F6F0-4F87-91E7-D852F96357EC}" dt="2026-06-24T16:15:54.284" v="1942" actId="20577"/>
        <pc:sldMkLst>
          <pc:docMk/>
          <pc:sldMk cId="2452736904" sldId="270"/>
        </pc:sldMkLst>
        <pc:spChg chg="add del mod">
          <ac:chgData name="Ayan Khan" userId="7e2677f3963a95c9" providerId="LiveId" clId="{9CAD267F-F6F0-4F87-91E7-D852F96357EC}" dt="2026-06-23T15:04:08.748" v="922" actId="22"/>
          <ac:spMkLst>
            <pc:docMk/>
            <pc:sldMk cId="2452736904" sldId="270"/>
            <ac:spMk id="3" creationId="{EC63C1D5-5C40-D048-19BD-7624A355F49E}"/>
          </ac:spMkLst>
        </pc:spChg>
        <pc:spChg chg="add mod">
          <ac:chgData name="Ayan Khan" userId="7e2677f3963a95c9" providerId="LiveId" clId="{9CAD267F-F6F0-4F87-91E7-D852F96357EC}" dt="2026-06-23T18:01:45.924" v="1462" actId="1076"/>
          <ac:spMkLst>
            <pc:docMk/>
            <pc:sldMk cId="2452736904" sldId="270"/>
            <ac:spMk id="4" creationId="{E482BFDA-2FE4-4325-8E71-5DB1BC79E30D}"/>
          </ac:spMkLst>
        </pc:spChg>
        <pc:spChg chg="add mod">
          <ac:chgData name="Ayan Khan" userId="7e2677f3963a95c9" providerId="LiveId" clId="{9CAD267F-F6F0-4F87-91E7-D852F96357EC}" dt="2026-06-23T15:05:05.034" v="953" actId="767"/>
          <ac:spMkLst>
            <pc:docMk/>
            <pc:sldMk cId="2452736904" sldId="270"/>
            <ac:spMk id="5" creationId="{2A265F92-F0C1-6A04-4C5C-FE35A2E7E50E}"/>
          </ac:spMkLst>
        </pc:spChg>
        <pc:spChg chg="add mod">
          <ac:chgData name="Ayan Khan" userId="7e2677f3963a95c9" providerId="LiveId" clId="{9CAD267F-F6F0-4F87-91E7-D852F96357EC}" dt="2026-06-24T16:14:48.405" v="1861" actId="1076"/>
          <ac:spMkLst>
            <pc:docMk/>
            <pc:sldMk cId="2452736904" sldId="270"/>
            <ac:spMk id="6" creationId="{46234A89-8C16-12C0-E6A2-3C131EDA5B02}"/>
          </ac:spMkLst>
        </pc:spChg>
        <pc:spChg chg="add mod">
          <ac:chgData name="Ayan Khan" userId="7e2677f3963a95c9" providerId="LiveId" clId="{9CAD267F-F6F0-4F87-91E7-D852F96357EC}" dt="2026-06-24T16:14:17.826" v="1858" actId="1076"/>
          <ac:spMkLst>
            <pc:docMk/>
            <pc:sldMk cId="2452736904" sldId="270"/>
            <ac:spMk id="7" creationId="{F566852D-5364-48FC-1676-F4376FDCD24B}"/>
          </ac:spMkLst>
        </pc:spChg>
        <pc:spChg chg="add mod">
          <ac:chgData name="Ayan Khan" userId="7e2677f3963a95c9" providerId="LiveId" clId="{9CAD267F-F6F0-4F87-91E7-D852F96357EC}" dt="2026-06-24T16:14:57.986" v="1862" actId="2710"/>
          <ac:spMkLst>
            <pc:docMk/>
            <pc:sldMk cId="2452736904" sldId="270"/>
            <ac:spMk id="8" creationId="{C9B97E20-3BFD-59A2-FEBD-54DAF6524C50}"/>
          </ac:spMkLst>
        </pc:spChg>
        <pc:spChg chg="add mod">
          <ac:chgData name="Ayan Khan" userId="7e2677f3963a95c9" providerId="LiveId" clId="{9CAD267F-F6F0-4F87-91E7-D852F96357EC}" dt="2026-06-24T16:13:22.326" v="1831" actId="1076"/>
          <ac:spMkLst>
            <pc:docMk/>
            <pc:sldMk cId="2452736904" sldId="270"/>
            <ac:spMk id="9" creationId="{C2FD730B-C12A-AEBE-6900-778EAD81937F}"/>
          </ac:spMkLst>
        </pc:spChg>
        <pc:spChg chg="add mod">
          <ac:chgData name="Ayan Khan" userId="7e2677f3963a95c9" providerId="LiveId" clId="{9CAD267F-F6F0-4F87-91E7-D852F96357EC}" dt="2026-06-24T16:15:54.284" v="1942" actId="20577"/>
          <ac:spMkLst>
            <pc:docMk/>
            <pc:sldMk cId="2452736904" sldId="270"/>
            <ac:spMk id="10" creationId="{B1807291-0446-97D8-7FA3-A32E2824E3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082B-3A53-9745-138F-0F0D67DAE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09BBC-5CE0-BB4A-4747-9E6A3B3AA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ADAC9-4F8B-0A51-3D45-53A83042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7B0B3-68DB-9B0B-4C4C-FEE0B232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739F-787E-F679-8A7A-128B05FD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64200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09DC-AC42-CAA7-55D6-D4237B62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E9C0-61F5-5CD7-5A08-2A983B773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51AC-E56D-BC61-B0AD-838C14D3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CEFF7-FF8E-5199-21C2-9766A7E6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3E41F-3C17-72EE-9292-BD80D69C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14828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E396-C579-F9D6-57A9-47106EFC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AD7F0-B4AB-D174-C3EC-4D767F48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0412-9DA5-B040-F53D-51387400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E982-C821-216A-FC4B-2D7B73EB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10F6-A925-8865-897A-5AFD8F03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154181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B59A-D344-A956-01BD-007C59E6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E7E0-5B22-9B1A-5BD4-CA0500D23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D4C98-C3A3-532F-7CAE-D96ADC2EE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C2414-A763-1558-5CA0-1CC1EB92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A7DAD-25E6-C06E-394C-5FF88FC5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D205A-2F78-5538-6783-626E9739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95579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4D32-A90E-985E-692D-07D86010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27D86-5352-CA11-D63F-1FB926078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EA378-B6D8-C647-ABB3-3EC82403F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862D6-430D-3C41-9F1C-D02E0C64A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351C1-B522-A0FA-2285-6E610FC9C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213EF4-F41E-D3B4-E3D7-890825EC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4DD4E6-D73C-D4DA-1B31-E25E6DA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365ED-A8A7-274B-A05B-61235CE0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51029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BB82-1733-0CEC-D400-D29F9F6E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AE96D-4035-80B8-65F0-4AADAB28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EC01C-B494-3EAF-DFE6-563332FF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F8740-6AC8-33FF-D3F6-16D40FAF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16614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3CE7C-D4E1-2D64-9CAF-AD039743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C3ED4-5CD1-49DE-3918-EC92E392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0F63F-5FED-2B67-5A73-2B022080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68920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480F-1636-E1B3-0121-0B63690E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29433-0EB4-2E3F-BCA0-A90F2F76B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A46BE-CB89-8483-F697-EC3FA4F5E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378BF-310D-9B6C-6418-70C88EED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9780-0B09-3A27-8E41-B4BA9CEA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B7463-0647-CD45-393D-66B666D1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55698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002A-C9A4-EDD8-6E5A-B4FA45E2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8DB5B-24BF-EEA9-978C-1D971443E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1FA4-0AB8-8B4F-5536-67875B2B3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C96C4-040C-0D24-EFE4-FEE390A8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3D2A9-EA6D-D04A-A19A-FAEB62F8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328A3-FD03-BF69-E8EF-E53C6F46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11827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23E4-6546-1862-9A22-8C2709F9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EE582-9A06-3E31-D6C9-225F6A505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2DF3-ED68-2E22-A5E1-EBA34F07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B0F27-3E7E-8F66-4FF4-5DDBC51D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43C5-99F1-2F00-EB14-DE0B3777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024196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58E8A-79E5-9267-4E24-7584764B6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A332F-6599-9F1E-0B7B-29A5DABA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5596-6B50-0034-5B5E-6C1BA0F2D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D85E-E72C-37BD-2824-7E4C8D3C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0358-085B-6ED1-D5D4-2AC494B3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5252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A903C-A349-66AA-D72D-F44B1750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ABC0A-115D-164D-14CB-9C18B72CB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28728-521E-2EF8-42F6-35AC0A28E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EE357-92F0-485E-87B3-9F73CF0DFB0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FF66F-327F-0F7B-2320-ABAD27B9A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49AE-1C4C-3C87-EBCF-96B57A7B3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11754-0268-4C41-B1C7-F485E208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51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17B50-D13A-E5D9-F6F4-636E46544F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Analytics Data Warehouse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68450-BB46-8A8C-ABB0-CFC8C4B0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0" y="4793749"/>
            <a:ext cx="3497179" cy="1038140"/>
          </a:xfrm>
        </p:spPr>
        <p:txBody>
          <a:bodyPr/>
          <a:lstStyle/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/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Ayan Khan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CCA0E-8B76-2A59-902A-E7453BF661A6}"/>
              </a:ext>
            </a:extLst>
          </p:cNvPr>
          <p:cNvSpPr txBox="1"/>
          <p:nvPr/>
        </p:nvSpPr>
        <p:spPr>
          <a:xfrm>
            <a:off x="7523748" y="5818290"/>
            <a:ext cx="4668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SQLite | Pandas | Power BI</a:t>
            </a:r>
          </a:p>
        </p:txBody>
      </p:sp>
    </p:spTree>
    <p:extLst>
      <p:ext uri="{BB962C8B-B14F-4D97-AF65-F5344CB8AC3E}">
        <p14:creationId xmlns:p14="http://schemas.microsoft.com/office/powerpoint/2010/main" val="1339128414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AA0-2F6E-5562-BADE-4AB38EC9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2" y="150866"/>
            <a:ext cx="3204411" cy="950328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CBC20-6B10-57A1-9ECD-E1DEF231CA98}"/>
              </a:ext>
            </a:extLst>
          </p:cNvPr>
          <p:cNvSpPr txBox="1"/>
          <p:nvPr/>
        </p:nvSpPr>
        <p:spPr>
          <a:xfrm>
            <a:off x="224590" y="844522"/>
            <a:ext cx="1154229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generate large volumes of academic and administrative data.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this data across multiple files and systems can lead to inconsistency and reporting challenges.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creates a centralized Data Warehouse using SQLite and Python.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efficient storage, analysis, and visualization of institutional data using SQL analytics and Power BI dashboards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reporting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consistency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institutional performance analysis </a:t>
            </a:r>
          </a:p>
        </p:txBody>
      </p:sp>
    </p:spTree>
    <p:extLst>
      <p:ext uri="{BB962C8B-B14F-4D97-AF65-F5344CB8AC3E}">
        <p14:creationId xmlns:p14="http://schemas.microsoft.com/office/powerpoint/2010/main" val="4048667533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2C67-7590-43DA-23FE-E14836C3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373"/>
            <a:ext cx="4764505" cy="9785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40505-4CB3-388E-C853-8CB2E565EF3F}"/>
              </a:ext>
            </a:extLst>
          </p:cNvPr>
          <p:cNvSpPr txBox="1"/>
          <p:nvPr/>
        </p:nvSpPr>
        <p:spPr>
          <a:xfrm>
            <a:off x="302917" y="794802"/>
            <a:ext cx="11586166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often store data in multiple files and systems.</a:t>
            </a:r>
          </a:p>
          <a:p>
            <a:pPr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several challenges:</a:t>
            </a:r>
          </a:p>
          <a:p>
            <a:pPr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scattered across different sources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generating reports quickly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analytics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manual analysis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into institutional performance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 Data Warehouse Needed?</a:t>
            </a:r>
          </a:p>
          <a:p>
            <a:pPr algn="just">
              <a:buNone/>
            </a:pP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exists in multiple sources.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Reports take time to generate manually.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consistency is difficult to maintain.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Management lacks a single view of institutional performance.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Decision-making becomes slower without analytics.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02623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D56D-B8F1-85C4-A487-4CDC6F67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35442" cy="102669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E39FF-0A40-4B3A-799D-D36F30BE0D35}"/>
              </a:ext>
            </a:extLst>
          </p:cNvPr>
          <p:cNvSpPr txBox="1"/>
          <p:nvPr/>
        </p:nvSpPr>
        <p:spPr>
          <a:xfrm>
            <a:off x="320761" y="884937"/>
            <a:ext cx="8642683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E6A21-DF37-A041-473A-33F4A7AA02F3}"/>
              </a:ext>
            </a:extLst>
          </p:cNvPr>
          <p:cNvSpPr txBox="1"/>
          <p:nvPr/>
        </p:nvSpPr>
        <p:spPr>
          <a:xfrm>
            <a:off x="688338" y="1230520"/>
            <a:ext cx="7732295" cy="553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Institute Data Warehouse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integrate institutional data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ETL (Extract, Transform, Load) processes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data efficiently in a database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analytical queries using SQL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institutional performance using Power BI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 making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institutional KPIs and performance metrics.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interactive dashboards for management reporting.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9178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D537-E7E7-09A4-2639-15760C03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7640"/>
            <a:ext cx="58978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 Diagram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22C990-AC28-D4DC-6029-5A3E1E4CB0DF}"/>
              </a:ext>
            </a:extLst>
          </p:cNvPr>
          <p:cNvGrpSpPr/>
          <p:nvPr/>
        </p:nvGrpSpPr>
        <p:grpSpPr>
          <a:xfrm>
            <a:off x="2964180" y="1075054"/>
            <a:ext cx="3017520" cy="5373052"/>
            <a:chOff x="5890260" y="983614"/>
            <a:chExt cx="3017520" cy="53730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E80791-F156-9F1B-7123-0DB412CB2DC6}"/>
                </a:ext>
              </a:extLst>
            </p:cNvPr>
            <p:cNvSpPr/>
            <p:nvPr/>
          </p:nvSpPr>
          <p:spPr>
            <a:xfrm>
              <a:off x="6217920" y="983614"/>
              <a:ext cx="2301240" cy="716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Extract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4583E1-7466-C0F6-0039-EE884C556511}"/>
                </a:ext>
              </a:extLst>
            </p:cNvPr>
            <p:cNvSpPr/>
            <p:nvPr/>
          </p:nvSpPr>
          <p:spPr>
            <a:xfrm>
              <a:off x="5890260" y="2364420"/>
              <a:ext cx="3017520" cy="120427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     </a:t>
              </a:r>
            </a:p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Clean Data  </a:t>
              </a:r>
            </a:p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Validate    </a:t>
              </a:r>
            </a:p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 Standardize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3BC396-2B3C-F9FD-8EFF-5C21B9A152CA}"/>
                </a:ext>
              </a:extLst>
            </p:cNvPr>
            <p:cNvSpPr/>
            <p:nvPr/>
          </p:nvSpPr>
          <p:spPr>
            <a:xfrm>
              <a:off x="6187440" y="4173540"/>
              <a:ext cx="2423160" cy="8099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Load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667CC2-5ADD-06B9-FDC3-1EA1790A8B38}"/>
                </a:ext>
              </a:extLst>
            </p:cNvPr>
            <p:cNvSpPr/>
            <p:nvPr/>
          </p:nvSpPr>
          <p:spPr>
            <a:xfrm>
              <a:off x="6187440" y="5546725"/>
              <a:ext cx="2423160" cy="8099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Warehouse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7C995B8-8BFE-144C-87C4-E819A14D1143}"/>
                </a:ext>
              </a:extLst>
            </p:cNvPr>
            <p:cNvCxnSpPr>
              <a:cxnSpLocks/>
            </p:cNvCxnSpPr>
            <p:nvPr/>
          </p:nvCxnSpPr>
          <p:spPr>
            <a:xfrm>
              <a:off x="7376160" y="1730691"/>
              <a:ext cx="0" cy="585789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2CE3320-6335-8D18-9DF9-D3F18CCE117F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7399020" y="3568697"/>
              <a:ext cx="0" cy="6048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A31DDDB-99B4-270E-AED3-FC219DCB48AE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7399020" y="4983481"/>
              <a:ext cx="0" cy="5632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CA23D06-390B-E045-4EB8-7757E3AAF16B}"/>
              </a:ext>
            </a:extLst>
          </p:cNvPr>
          <p:cNvSpPr/>
          <p:nvPr/>
        </p:nvSpPr>
        <p:spPr>
          <a:xfrm>
            <a:off x="7490460" y="1386840"/>
            <a:ext cx="4320538" cy="5257800"/>
          </a:xfrm>
          <a:prstGeom prst="roundRect">
            <a:avLst>
              <a:gd name="adj" fmla="val 2231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 data from CSV files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validation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Format standardization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processed data into SQLite warehouse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data quality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Consistent reporting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analysis</a:t>
            </a:r>
          </a:p>
        </p:txBody>
      </p:sp>
    </p:spTree>
    <p:extLst>
      <p:ext uri="{BB962C8B-B14F-4D97-AF65-F5344CB8AC3E}">
        <p14:creationId xmlns:p14="http://schemas.microsoft.com/office/powerpoint/2010/main" val="74697086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BCE4E7-D928-A93D-A616-E166EAD7135D}"/>
              </a:ext>
            </a:extLst>
          </p:cNvPr>
          <p:cNvSpPr/>
          <p:nvPr/>
        </p:nvSpPr>
        <p:spPr>
          <a:xfrm>
            <a:off x="60960" y="45720"/>
            <a:ext cx="3246120" cy="6152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8585B-03F9-71B3-A8FD-5CE5B19DC8F5}"/>
              </a:ext>
            </a:extLst>
          </p:cNvPr>
          <p:cNvSpPr/>
          <p:nvPr/>
        </p:nvSpPr>
        <p:spPr>
          <a:xfrm>
            <a:off x="1756410" y="769511"/>
            <a:ext cx="3865246" cy="2374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Data  (500 Records)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 Data (500 Records)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(500 Records)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Results (500 Records)</a:t>
            </a:r>
          </a:p>
          <a:p>
            <a:r>
              <a:rPr lang="en-IN" dirty="0"/>
              <a:t>Placements Data  (300 Records)</a:t>
            </a:r>
            <a:br>
              <a:rPr lang="en-IN" dirty="0"/>
            </a:br>
            <a:r>
              <a:rPr lang="en-IN" dirty="0"/>
              <a:t>Faculty Data  (50 Records)</a:t>
            </a:r>
            <a:br>
              <a:rPr lang="en-IN" dirty="0"/>
            </a:br>
            <a:r>
              <a:rPr lang="en-IN" dirty="0"/>
              <a:t>Quality Metrics  (5 Records)</a:t>
            </a:r>
            <a:br>
              <a:rPr lang="en-IN" dirty="0"/>
            </a:br>
            <a:r>
              <a:rPr lang="en-IN" dirty="0"/>
              <a:t>Departments Data  (5 Records)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E891CE-05B5-6552-ECA5-C67B8EC1F9D7}"/>
              </a:ext>
            </a:extLst>
          </p:cNvPr>
          <p:cNvSpPr/>
          <p:nvPr/>
        </p:nvSpPr>
        <p:spPr>
          <a:xfrm>
            <a:off x="3558540" y="3303569"/>
            <a:ext cx="3268980" cy="10908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7677DD-E8AB-F897-9D60-6C7D82A28B28}"/>
              </a:ext>
            </a:extLst>
          </p:cNvPr>
          <p:cNvSpPr/>
          <p:nvPr/>
        </p:nvSpPr>
        <p:spPr>
          <a:xfrm>
            <a:off x="5265419" y="4566885"/>
            <a:ext cx="3268980" cy="633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Warehouse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830790-BB49-3397-61F5-82D5A2E4A8E8}"/>
              </a:ext>
            </a:extLst>
          </p:cNvPr>
          <p:cNvSpPr/>
          <p:nvPr/>
        </p:nvSpPr>
        <p:spPr>
          <a:xfrm>
            <a:off x="7162800" y="5370897"/>
            <a:ext cx="3268980" cy="633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Analytics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5A7D53-C243-8996-7D4F-C46EBBA6370F}"/>
              </a:ext>
            </a:extLst>
          </p:cNvPr>
          <p:cNvSpPr/>
          <p:nvPr/>
        </p:nvSpPr>
        <p:spPr>
          <a:xfrm>
            <a:off x="8964930" y="6096000"/>
            <a:ext cx="3227070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A6F22BE-CDC3-95D6-2BC6-A765D664661C}"/>
              </a:ext>
            </a:extLst>
          </p:cNvPr>
          <p:cNvCxnSpPr>
            <a:cxnSpLocks/>
          </p:cNvCxnSpPr>
          <p:nvPr/>
        </p:nvCxnSpPr>
        <p:spPr>
          <a:xfrm>
            <a:off x="381000" y="664043"/>
            <a:ext cx="1375410" cy="11087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E06C798-4DFF-0D9E-9E7B-48F8FD130495}"/>
              </a:ext>
            </a:extLst>
          </p:cNvPr>
          <p:cNvCxnSpPr>
            <a:cxnSpLocks/>
          </p:cNvCxnSpPr>
          <p:nvPr/>
        </p:nvCxnSpPr>
        <p:spPr>
          <a:xfrm>
            <a:off x="2133600" y="3147159"/>
            <a:ext cx="1424940" cy="5829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A6EB57C-50E7-A4EA-BDAA-DCC1F0BACEE3}"/>
              </a:ext>
            </a:extLst>
          </p:cNvPr>
          <p:cNvCxnSpPr>
            <a:cxnSpLocks/>
          </p:cNvCxnSpPr>
          <p:nvPr/>
        </p:nvCxnSpPr>
        <p:spPr>
          <a:xfrm>
            <a:off x="3962400" y="4394433"/>
            <a:ext cx="1303019" cy="489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4136EFA-50F7-E83C-3F94-35D8940A474F}"/>
              </a:ext>
            </a:extLst>
          </p:cNvPr>
          <p:cNvCxnSpPr>
            <a:cxnSpLocks/>
          </p:cNvCxnSpPr>
          <p:nvPr/>
        </p:nvCxnSpPr>
        <p:spPr>
          <a:xfrm>
            <a:off x="5614988" y="5200949"/>
            <a:ext cx="1541144" cy="4724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917894A-9734-1E0A-7D0D-19ED5826D6D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589520" y="6004560"/>
            <a:ext cx="1375410" cy="4724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3B5F4A6B-8390-A12A-DB78-68E6B9F0E5B3}"/>
              </a:ext>
            </a:extLst>
          </p:cNvPr>
          <p:cNvSpPr/>
          <p:nvPr/>
        </p:nvSpPr>
        <p:spPr>
          <a:xfrm>
            <a:off x="6385560" y="274320"/>
            <a:ext cx="5425440" cy="19202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C225A2D7-5759-2D84-165F-138F94DA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0" y="660927"/>
            <a:ext cx="4876800" cy="106306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679637-EF28-6548-2649-623369B84865}"/>
              </a:ext>
            </a:extLst>
          </p:cNvPr>
          <p:cNvSpPr txBox="1"/>
          <p:nvPr/>
        </p:nvSpPr>
        <p:spPr>
          <a:xfrm>
            <a:off x="175061" y="5779115"/>
            <a:ext cx="6104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architecture integrates multiple institutional data sources into a centralized warehouse for analytics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56436486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D755-C139-4643-61DA-B217703B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" y="1"/>
            <a:ext cx="4748463" cy="101065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FAF1A-185D-B407-BC12-8978855ED237}"/>
              </a:ext>
            </a:extLst>
          </p:cNvPr>
          <p:cNvSpPr txBox="1"/>
          <p:nvPr/>
        </p:nvSpPr>
        <p:spPr>
          <a:xfrm>
            <a:off x="786062" y="1583078"/>
            <a:ext cx="6561221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                 —  Python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                                        —  SQLite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Libraries               —  Pandas , NumPy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                                        —  SQL Queries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                                  —  Power BI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                        —   VS Code , GitHub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                             —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37119861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D6CC-5AD7-7019-E475-6B7DF771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263189" cy="94648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38FF4-D54D-E8D8-155D-77B542014CC1}"/>
              </a:ext>
            </a:extLst>
          </p:cNvPr>
          <p:cNvSpPr txBox="1"/>
          <p:nvPr/>
        </p:nvSpPr>
        <p:spPr>
          <a:xfrm>
            <a:off x="192504" y="946485"/>
            <a:ext cx="59034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Warehouse contains the following tables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Tables Created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3DA31-D149-97F0-16FA-082C2A563AE7}"/>
              </a:ext>
            </a:extLst>
          </p:cNvPr>
          <p:cNvSpPr txBox="1"/>
          <p:nvPr/>
        </p:nvSpPr>
        <p:spPr>
          <a:xfrm>
            <a:off x="7243009" y="1716977"/>
            <a:ext cx="4154906" cy="299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Tables: 8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linked with Attendance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linked with Exam Results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linked with Placements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linked with Departments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8C523-BB07-6D32-C5B7-3B95156F3C7B}"/>
              </a:ext>
            </a:extLst>
          </p:cNvPr>
          <p:cNvSpPr txBox="1"/>
          <p:nvPr/>
        </p:nvSpPr>
        <p:spPr>
          <a:xfrm>
            <a:off x="7243008" y="5141023"/>
            <a:ext cx="51414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retrieval of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analytical processing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F9EC8-5DB5-5B3B-46B9-FC057CB42408}"/>
              </a:ext>
            </a:extLst>
          </p:cNvPr>
          <p:cNvSpPr txBox="1"/>
          <p:nvPr/>
        </p:nvSpPr>
        <p:spPr>
          <a:xfrm>
            <a:off x="794085" y="2161237"/>
            <a:ext cx="4531894" cy="337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Students  -  Student Information    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Departments  -  No. of courses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Admissions  -  Admission Records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Attendance  -  Attendance Tracking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Exam Results  -  Academic Performance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Placements  -  Placement Details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Faculty  -  Faculty Information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Quality Metrics  -  Institutional KPIs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24D64-232A-C2D3-47C4-C68DD20C3D97}"/>
              </a:ext>
            </a:extLst>
          </p:cNvPr>
          <p:cNvSpPr txBox="1"/>
          <p:nvPr/>
        </p:nvSpPr>
        <p:spPr>
          <a:xfrm>
            <a:off x="6974306" y="1269650"/>
            <a:ext cx="453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Type: Relational Data Warehouse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9A647-7871-0079-F155-056C64FBFE9E}"/>
              </a:ext>
            </a:extLst>
          </p:cNvPr>
          <p:cNvSpPr txBox="1"/>
          <p:nvPr/>
        </p:nvSpPr>
        <p:spPr>
          <a:xfrm>
            <a:off x="6994357" y="4940968"/>
            <a:ext cx="2245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217887941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6324-47ED-69BB-7399-BFE58A81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584"/>
            <a:ext cx="7122695" cy="1255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Queries &amp;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53D45-38B6-8DC1-DAE7-0B1F3C12A228}"/>
              </a:ext>
            </a:extLst>
          </p:cNvPr>
          <p:cNvSpPr txBox="1"/>
          <p:nvPr/>
        </p:nvSpPr>
        <p:spPr>
          <a:xfrm>
            <a:off x="368966" y="1588168"/>
            <a:ext cx="1267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AC17E6-6743-50AE-D74F-20ABEE872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100735"/>
              </p:ext>
            </p:extLst>
          </p:nvPr>
        </p:nvGraphicFramePr>
        <p:xfrm>
          <a:off x="368966" y="1058395"/>
          <a:ext cx="6368716" cy="51701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072">
                  <a:extLst>
                    <a:ext uri="{9D8B030D-6E8A-4147-A177-3AD203B41FA5}">
                      <a16:colId xmlns:a16="http://schemas.microsoft.com/office/drawing/2014/main" val="314466474"/>
                    </a:ext>
                  </a:extLst>
                </a:gridCol>
                <a:gridCol w="4478644">
                  <a:extLst>
                    <a:ext uri="{9D8B030D-6E8A-4147-A177-3AD203B41FA5}">
                      <a16:colId xmlns:a16="http://schemas.microsoft.com/office/drawing/2014/main" val="1219155552"/>
                    </a:ext>
                  </a:extLst>
                </a:gridCol>
              </a:tblGrid>
              <a:tr h="656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1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Department-wise Student Count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632550"/>
                  </a:ext>
                </a:extLst>
              </a:tr>
              <a:tr h="6008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2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Attendance Percentage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282005"/>
                  </a:ext>
                </a:extLst>
              </a:tr>
              <a:tr h="6008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3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 vs Fail Analysis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721312"/>
                  </a:ext>
                </a:extLst>
              </a:tr>
              <a:tr h="6053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4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Distribution by Company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64384"/>
                  </a:ext>
                </a:extLst>
              </a:tr>
              <a:tr h="6484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5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Placement Package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266290"/>
                  </a:ext>
                </a:extLst>
              </a:tr>
              <a:tr h="6484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6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Department-wise Average Attendance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172051"/>
                  </a:ext>
                </a:extLst>
              </a:tr>
              <a:tr h="6484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7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Department-wise Average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707791"/>
                  </a:ext>
                </a:extLst>
              </a:tr>
              <a:tr h="6484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8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Department-wise Placement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3409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088E41-B8BA-A366-E9CC-DBC1395D7C26}"/>
              </a:ext>
            </a:extLst>
          </p:cNvPr>
          <p:cNvSpPr txBox="1"/>
          <p:nvPr/>
        </p:nvSpPr>
        <p:spPr>
          <a:xfrm>
            <a:off x="6914146" y="1455821"/>
            <a:ext cx="5277854" cy="4697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department has the highest student count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average attendance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76.58%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percentage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94.2%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Wipro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highest number of placements.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placement package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7.66 LPA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Data Science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achieved the highest average marks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strong placement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066363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8C12-E079-1CAB-1F0B-3F753339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334000" cy="115503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846CE-FCE1-7228-75FC-25B1391D6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5958" y="1253331"/>
            <a:ext cx="3842084" cy="5067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Students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Departments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Records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Package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by Department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Placements by Company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vs Fail Analysis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94D3A-7B3B-9B1E-3BA7-A5A211E7A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537" y="1253331"/>
            <a:ext cx="5181600" cy="5227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Filter (Slicer)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 Updates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Data Exploration 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monitoring of institutional performance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important metrics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reporting and analysis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748659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059AF9-29ED-3D2C-0DFE-FB1B13E8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345234"/>
            <a:ext cx="11635273" cy="622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7027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82BFDA-2FE4-4325-8E71-5DB1BC79E30D}"/>
              </a:ext>
            </a:extLst>
          </p:cNvPr>
          <p:cNvSpPr txBox="1"/>
          <p:nvPr/>
        </p:nvSpPr>
        <p:spPr>
          <a:xfrm>
            <a:off x="60960" y="106680"/>
            <a:ext cx="4709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 Challenges Faced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34A89-8C16-12C0-E6A2-3C131EDA5B02}"/>
              </a:ext>
            </a:extLst>
          </p:cNvPr>
          <p:cNvSpPr txBox="1"/>
          <p:nvPr/>
        </p:nvSpPr>
        <p:spPr>
          <a:xfrm>
            <a:off x="624840" y="1030971"/>
            <a:ext cx="547116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configuration and connectivity issues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generated datasets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meaningful analytical queries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interactive dashboard layout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consistency across 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6852D-5364-48FC-1676-F4376FDCD24B}"/>
              </a:ext>
            </a:extLst>
          </p:cNvPr>
          <p:cNvSpPr txBox="1"/>
          <p:nvPr/>
        </p:nvSpPr>
        <p:spPr>
          <a:xfrm>
            <a:off x="205339" y="3429000"/>
            <a:ext cx="564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Solutions Implemented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97E20-3BFD-59A2-FEBD-54DAF6524C50}"/>
              </a:ext>
            </a:extLst>
          </p:cNvPr>
          <p:cNvSpPr txBox="1"/>
          <p:nvPr/>
        </p:nvSpPr>
        <p:spPr>
          <a:xfrm>
            <a:off x="642486" y="4439279"/>
            <a:ext cx="417576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ETL scripts using Python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SQL-based validation checks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design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visualizations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D730B-C12A-AEBE-6900-778EAD81937F}"/>
              </a:ext>
            </a:extLst>
          </p:cNvPr>
          <p:cNvSpPr txBox="1"/>
          <p:nvPr/>
        </p:nvSpPr>
        <p:spPr>
          <a:xfrm>
            <a:off x="6257624" y="15995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Learning Outcomes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07291-0446-97D8-7FA3-A32E2824E3F2}"/>
              </a:ext>
            </a:extLst>
          </p:cNvPr>
          <p:cNvSpPr txBox="1"/>
          <p:nvPr/>
        </p:nvSpPr>
        <p:spPr>
          <a:xfrm>
            <a:off x="6659880" y="1171664"/>
            <a:ext cx="547116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Data Warehousing concepts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experience with ETL pipelines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development and analytics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using SQLite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creation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data visualization skills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concepts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principles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management </a:t>
            </a:r>
          </a:p>
        </p:txBody>
      </p:sp>
    </p:spTree>
    <p:extLst>
      <p:ext uri="{BB962C8B-B14F-4D97-AF65-F5344CB8AC3E}">
        <p14:creationId xmlns:p14="http://schemas.microsoft.com/office/powerpoint/2010/main" val="245273690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2290-2586-F02B-0405-EF28FD51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633"/>
            <a:ext cx="6352674" cy="73091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80C21-2FE2-DBA4-1579-0DD9FA64DC5F}"/>
              </a:ext>
            </a:extLst>
          </p:cNvPr>
          <p:cNvSpPr txBox="1"/>
          <p:nvPr/>
        </p:nvSpPr>
        <p:spPr>
          <a:xfrm>
            <a:off x="356937" y="744063"/>
            <a:ext cx="11478126" cy="628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Institute Analytics Data Warehouse successfully integrates data from multiple institutional sources into a centralized repository.</a:t>
            </a:r>
          </a:p>
          <a:p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enables efficient storage, analysis, and visualization of educational data through SQL analytics and Power BI dashboards.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reporting efficiency, data accessibility, and decision-making capabilities for educational institutions.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complete lifecycle of a Data Warehouse solution, from data generation and ETL processing to analytics and dashboard reporting.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 (AWS/Azure)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student performance prediction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forecasting and analytics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 access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dashboard solutions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542300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A4BD1-AB8E-61B7-EBEE-DA8C18E67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010" y="2883735"/>
            <a:ext cx="3733801" cy="1325563"/>
          </a:xfrm>
        </p:spPr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94A1C-1629-DC70-7FFB-B40086A32126}"/>
              </a:ext>
            </a:extLst>
          </p:cNvPr>
          <p:cNvSpPr txBox="1"/>
          <p:nvPr/>
        </p:nvSpPr>
        <p:spPr>
          <a:xfrm>
            <a:off x="5768445" y="3906602"/>
            <a:ext cx="3096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9972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909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Institute Analytics Data Warehouse</vt:lpstr>
      <vt:lpstr>Introduction </vt:lpstr>
      <vt:lpstr>Problem Statement</vt:lpstr>
      <vt:lpstr>Objectives</vt:lpstr>
      <vt:lpstr>ETL Process Diagram</vt:lpstr>
      <vt:lpstr>System Architecture</vt:lpstr>
      <vt:lpstr>Technologies Used</vt:lpstr>
      <vt:lpstr>Database Design</vt:lpstr>
      <vt:lpstr>Analytical Queries &amp; Insights</vt:lpstr>
      <vt:lpstr>Power BI Dashboard</vt:lpstr>
      <vt:lpstr>PowerPoint Presentation</vt:lpstr>
      <vt:lpstr>PowerPoint Presentation</vt:lpstr>
      <vt:lpstr>Conclusion &amp; Future Scope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Khan</dc:creator>
  <cp:lastModifiedBy>Ayan Khan</cp:lastModifiedBy>
  <cp:revision>1</cp:revision>
  <dcterms:created xsi:type="dcterms:W3CDTF">2026-06-22T11:26:31Z</dcterms:created>
  <dcterms:modified xsi:type="dcterms:W3CDTF">2026-06-24T16:17:41Z</dcterms:modified>
</cp:coreProperties>
</file>